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這個期末專案是用 C++ 搭配 Raylib 圖形函式庫開發的台股模擬交易系統。
目標是透過一個實際可操作的應用程式展示 OOP 核心概念，而不只是孤立的類別練習。
四大功能：即時股價模擬、新聞事件系統、台股交易規則、完整帳戶管理。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TradingSystem 是整個系統的核心控制器，透過組合關係持有所有子物件。
使用者的輸入從左邊進入；右邊四個子模組各有明確職責。
每幀：Update(dt) 推進模擬，Draw() 渲染畫面。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左側列出每個類別與它的職責。TradingSystem 在最上層，持有所有其他物件。
封裝：Button 的 hover 狀態完全隱藏在類別內部。抽象：DrawUI() 把 Raylib API 隔離。組合：TradingSystem has-a 關係，無繼承。
8 個標頭檔，每個類別單一職責，無全域狀態。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股價更新公式每幀計算，三元素加總。
趨勢漂移：每天開盤用機率權重隨機選定趨勢。
隨機雜訊：以零為中心對稱，讓走勢自然。
新聞效應：刻意做得極小且機率性——調整趨勢權重，不直接推動價格。利空不保證跌。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四個市場特色。
漲跌停：台股 ±10% 每日限制，鎖板後價格凍結但成交量繼續累積。
新聞：五大產業，同產業 100% 影響，其他 20%，機率性。
整/零股：整股 1 張=1000 股，零股僅接受整數。
顏色：台股紅漲綠跌，與西方平台相反，細節讓熟悉台股的人一眼認出。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流程共五步驟。
第一：開啟程式，指出深色終端介面。第二：切換股票確認顏色慣例。
第三：整股買入展示帳戶更新。第四：等新聞事件說明機率性影響。
第五：切換帳戶頁面展示損益與交易紀錄。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3444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Trading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台灣股市模擬交易系統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3611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· Raylib · 物件導向程式設計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7365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物件導向程式設計  ·  期末專案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207008"/>
            <a:ext cx="40690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19472" y="1435608"/>
            <a:ext cx="137160" cy="13716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5166360" y="120700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即時股價模擬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002536"/>
            <a:ext cx="40690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9472" y="2231136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200253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新聞與產業事件系統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798064"/>
            <a:ext cx="40690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19472" y="3026664"/>
            <a:ext cx="137160" cy="137160"/>
          </a:xfrm>
          <a:prstGeom prst="ellipse">
            <a:avLst/>
          </a:prstGeom>
          <a:solidFill>
            <a:srgbClr val="D0021B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279806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台股漲跌停制度  ±10%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3593592"/>
            <a:ext cx="40690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19472" y="3822192"/>
            <a:ext cx="137160" cy="1371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359359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帳戶管理與交易紀錄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系統架構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各元件如何協作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98448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98448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滑鼠 / 鍵盤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627632"/>
            <a:ext cx="4572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1720" y="1115568"/>
            <a:ext cx="2468880" cy="1024128"/>
          </a:xfrm>
          <a:prstGeom prst="roundRect">
            <a:avLst>
              <a:gd name="adj" fmla="val 7143"/>
            </a:avLst>
          </a:prstGeom>
          <a:solidFill>
            <a:srgbClr val="111111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1155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3172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主迴圈 · Update · Draw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627632"/>
            <a:ext cx="36576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1188720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66360" y="1188720"/>
            <a:ext cx="164592" cy="65836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12435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15361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股價 · 趨勢 · 歷史資料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66360" y="2075688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66360" y="2075688"/>
            <a:ext cx="164592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21305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24231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現金 · 持倉 · 交易紀錄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66360" y="2962656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66360" y="2962656"/>
            <a:ext cx="164592" cy="658368"/>
          </a:xfrm>
          <a:prstGeom prst="rect">
            <a:avLst/>
          </a:prstGeom>
          <a:solidFill>
            <a:srgbClr val="D0021B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30175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MarketNews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33101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情緒 · 波動率乘數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66360" y="3849624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66360" y="3849624"/>
            <a:ext cx="164592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440680" y="39044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/ GUI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419709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輸入偵測 · 渲染輔助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main.cpp  -&gt;  TradingSystem::Run()  -&gt;  Update(dt)  +  Draw()  每幀執行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物件導向設計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組合、封裝、抽象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155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類別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1155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擁有 / 職責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435608"/>
            <a:ext cx="54864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08760"/>
            <a:ext cx="548640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664208"/>
            <a:ext cx="146304" cy="14630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7276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TradingSystem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5727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StockData[] · Account · MarketNews[] · UI 控制項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157984"/>
            <a:ext cx="146304" cy="146304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6654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0665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· trend · history · limitStatus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496312"/>
            <a:ext cx="548640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2651760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603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25603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· positions · TradeRecord[]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145536"/>
            <a:ext cx="146304" cy="146304"/>
          </a:xfrm>
          <a:prstGeom prst="ellipse">
            <a:avLst/>
          </a:prstGeom>
          <a:solidFill>
            <a:srgbClr val="D0021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5409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MarketNews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305409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· trendBias · volatilityMultiplier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483864"/>
            <a:ext cx="548640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3639312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54787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35478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bounds · hover 狀態 · IsClicked()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4133088"/>
            <a:ext cx="146304" cy="146304"/>
          </a:xfrm>
          <a:prstGeom prst="ellipse">
            <a:avLst/>
          </a:prstGeom>
          <a:solidFill>
            <a:srgbClr val="88888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04164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40416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· 字體 · FormatMoney() · DrawUI()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5079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TradingSystem  組合（has-a）  -&gt;  所有以上類別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1051560"/>
            <a:ext cx="0" cy="361188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1115568"/>
            <a:ext cx="269748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91072" y="1188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封裝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91072" y="118872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91072" y="1517904"/>
            <a:ext cx="2487168" cy="27432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15179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button.IsClicked()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91072" y="184708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hover/click 狀態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完全隱藏於類別內部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72200" y="2322576"/>
            <a:ext cx="269748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91072" y="2395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抽象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91072" y="23957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91072" y="2724912"/>
            <a:ext cx="2487168" cy="27432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27249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GUI::DrawUI(text, x, y)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91072" y="3054096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Raylib 底層 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不對上層暴露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72200" y="3529584"/>
            <a:ext cx="269748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291072" y="36027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組合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91072" y="360273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91072" y="3931920"/>
            <a:ext cx="2487168" cy="27432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3931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TradingSystem 持有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Account, StockData[]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91072" y="4261104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不使用繼承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全以 has-a 關係建構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 8 個標頭檔  ·  每個類別單一職責  ·  無全域狀態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股價模擬引擎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三元素隨機疊加模型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P(t+1)  =  P(t)  +  趨勢漂移  +  隨機雜訊  +  新聞效應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74520"/>
            <a:ext cx="265176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74520"/>
            <a:ext cx="265176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842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趨勢漂移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3134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每日方向性壓力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334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看漲  +0.0012% -&gt; +0.0035%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0266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中立  ±0.0010%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4198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看跌  -0.0035% -&gt; -0.0012%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27832" y="1874520"/>
            <a:ext cx="265176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1874520"/>
            <a:ext cx="26517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3364992" y="19842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隨機雜訊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64992" y="23134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短期不確定性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64992" y="26334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random(-noiseVol, +noiseVol)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64992" y="30266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顯示波動率 = (最高-最低)/開盤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64992" y="34198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模擬訂單流與流動性震盪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35624" y="1874520"/>
            <a:ext cx="265176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35624" y="1874520"/>
            <a:ext cx="2651760" cy="54864"/>
          </a:xfrm>
          <a:prstGeom prst="rect">
            <a:avLst/>
          </a:prstGeom>
          <a:solidFill>
            <a:srgbClr val="D0021B"/>
          </a:solidFill>
          <a:ln/>
        </p:spPr>
      </p:sp>
      <p:sp>
        <p:nvSpPr>
          <p:cNvPr id="23" name="Text 21"/>
          <p:cNvSpPr/>
          <p:nvPr/>
        </p:nvSpPr>
        <p:spPr>
          <a:xfrm>
            <a:off x="6272784" y="19842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新聞效應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72784" y="23134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機率性，非決定性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72784" y="26334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同產業  x1.0 影響力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72784" y="30266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其他產業  x0.2 影響力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72784" y="34198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調整趨勢權重，不直接推價格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544568"/>
            <a:ext cx="8503920" cy="41148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5720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預設機率權重：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40280" y="457200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看漲 30%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86200" y="457200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 40%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32120" y="457200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看跌 30%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78040" y="457200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利多新聞 -&gt; +12 pts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市場特色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台股規則 + 新聞產業系統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40690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069080" cy="54864"/>
          </a:xfrm>
          <a:prstGeom prst="rect">
            <a:avLst/>
          </a:prstGeom>
          <a:solidFill>
            <a:srgbClr val="D0021B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280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漲跌停制度  ±10%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682496"/>
            <a:ext cx="3749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台股每日漲停 / 跌停限制。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鎖板期間：漂移、雜訊、新聞全暫停。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成交量持續累積。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每幀有小機率自動解鎖。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690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406908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280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新聞與產業系統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682496"/>
            <a:ext cx="3749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大產業 · 正面 / 負面 / 中性情緒。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同產業：100% 影響力。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其他產業：20% 影響力。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效果持續多日，機率性觸發。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035808"/>
            <a:ext cx="40690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35808"/>
            <a:ext cx="40690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31272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整股與零股交易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" y="3529584"/>
            <a:ext cx="3749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整股：1 張 = 1,000 股。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零股：整數股數，不接受小數輸入。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下單前自動驗證餘額與持倉。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平均成本即時重新計算。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035808"/>
            <a:ext cx="40690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35808"/>
            <a:ext cx="40690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31272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顏色慣例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529584"/>
            <a:ext cx="3749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台股：紅色 = 上漲，綠色 = 下跌。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與美股 / 歐洲市場標準相反。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套用於走勢圖、徽章、UI 標籤。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漲停鎖板 = 走勢圖水平紅線。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帳戶：現金 · 持倉（平均成本）· 未實現損益 · 交易紀錄 · 總資產 = 現金 + 總持倉市值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Trading Simulator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1371600"/>
            <a:ext cx="1188720" cy="402336"/>
          </a:xfrm>
          <a:prstGeom prst="roundRect">
            <a:avLst>
              <a:gd name="adj" fmla="val 11364"/>
            </a:avLst>
          </a:prstGeom>
          <a:solidFill>
            <a:srgbClr val="22222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啟動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23160" y="141732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 風格深色介面  ·  5 支股票 + 市場指數面板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1847088"/>
            <a:ext cx="7863840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029968"/>
            <a:ext cx="1188720" cy="402336"/>
          </a:xfrm>
          <a:prstGeom prst="roundRect">
            <a:avLst>
              <a:gd name="adj" fmla="val 11364"/>
            </a:avLst>
          </a:prstGeom>
          <a:solidFill>
            <a:srgbClr val="22222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02996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觀盤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207568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切換股票  ·  即時走勢圖  ·  紅漲綠跌顏色確認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2505456"/>
            <a:ext cx="7863840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42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2688336"/>
            <a:ext cx="1188720" cy="402336"/>
          </a:xfrm>
          <a:prstGeom prst="roundRect">
            <a:avLst>
              <a:gd name="adj" fmla="val 11364"/>
            </a:avLst>
          </a:prstGeom>
          <a:solidFill>
            <a:srgbClr val="222222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68833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23160" y="273405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整股買入  -&gt;  帳戶餘額扣款  -&gt;  持倉即時更新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3163824"/>
            <a:ext cx="7863840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00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0" y="3346704"/>
            <a:ext cx="1188720" cy="402336"/>
          </a:xfrm>
          <a:prstGeom prst="roundRect">
            <a:avLst>
              <a:gd name="adj" fmla="val 11364"/>
            </a:avLst>
          </a:prstGeom>
          <a:solidFill>
            <a:srgbClr val="222222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34670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新聞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23160" y="339242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新聞面板觸發  ·  觀察目標產業股票反應  ·  機率性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05840" y="3822192"/>
            <a:ext cx="7863840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59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05840" y="4005072"/>
            <a:ext cx="1188720" cy="402336"/>
          </a:xfrm>
          <a:prstGeom prst="roundRect">
            <a:avLst>
              <a:gd name="adj" fmla="val 11364"/>
            </a:avLst>
          </a:prstGeom>
          <a:solidFill>
            <a:srgbClr val="222222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400507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帳戶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23160" y="4050792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切換帳戶頁面  ·  未實現損益  ·  交易紀錄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切換至程式畫面進行實際展示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Trading Simulator</dc:title>
  <dc:subject>PptxGenJS Presentation</dc:subject>
  <dc:creator>PptxGenJS</dc:creator>
  <cp:lastModifiedBy>PptxGenJS</cp:lastModifiedBy>
  <cp:revision>1</cp:revision>
  <dcterms:created xsi:type="dcterms:W3CDTF">2026-06-09T08:39:19Z</dcterms:created>
  <dcterms:modified xsi:type="dcterms:W3CDTF">2026-06-09T08:39:19Z</dcterms:modified>
</cp:coreProperties>
</file>